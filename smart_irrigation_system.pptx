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64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2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181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28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87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696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75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65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0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5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368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675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89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264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69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913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12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6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Irrigation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Soil Moisture, Temperature, and Humidity Sensors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DA18C-8DC8-4AE2-A138-825218666B84}"/>
              </a:ext>
            </a:extLst>
          </p:cNvPr>
          <p:cNvSpPr txBox="1"/>
          <p:nvPr/>
        </p:nvSpPr>
        <p:spPr>
          <a:xfrm>
            <a:off x="5629275" y="4604607"/>
            <a:ext cx="197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Robo Rangers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Agriculture consumes ~70% of freshwater globally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irrigation methods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leads to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overuse 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 irrigation uses sensors to optimize water use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Enhances crop growth and saves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Soil Moisture Sensor – monitors water content in soil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Temperature Sensor – detects ambient conditions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Humidity Sensor – measures air moisture level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Arduino UNO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– processes sensor data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Water Pump &amp; Valves – control irrigation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Sensors collect soil and environmental data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Microcontroller analyzes data in real-time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Water pump activates when soil moisture is low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Stops irrigation when optimal moisture is reached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efficient use of water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Saves water by preventing over-irrigation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monitoring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Increases crop yield and quality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Low cost and energy efficient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Scalable for small and large farms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989FC8-1164-49A4-B973-4DCE03F1CB45}"/>
              </a:ext>
            </a:extLst>
          </p:cNvPr>
          <p:cNvSpPr txBox="1"/>
          <p:nvPr/>
        </p:nvSpPr>
        <p:spPr>
          <a:xfrm>
            <a:off x="3348037" y="3136612"/>
            <a:ext cx="2205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68561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19</TotalTime>
  <Words>164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Garamond</vt:lpstr>
      <vt:lpstr>Times New Roman</vt:lpstr>
      <vt:lpstr>Organic</vt:lpstr>
      <vt:lpstr>Smart Irrigation System</vt:lpstr>
      <vt:lpstr>Introduction</vt:lpstr>
      <vt:lpstr>Key Components</vt:lpstr>
      <vt:lpstr>Working Principle</vt:lpstr>
      <vt:lpstr>Benefits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System</dc:title>
  <dc:subject/>
  <dc:creator/>
  <cp:keywords/>
  <dc:description>generated using python-pptx</dc:description>
  <cp:lastModifiedBy>Adith Soragu</cp:lastModifiedBy>
  <cp:revision>7</cp:revision>
  <dcterms:created xsi:type="dcterms:W3CDTF">2013-01-27T09:14:16Z</dcterms:created>
  <dcterms:modified xsi:type="dcterms:W3CDTF">2025-09-18T02:46:09Z</dcterms:modified>
  <cp:category/>
</cp:coreProperties>
</file>